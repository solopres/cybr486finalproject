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80" r:id="rId4"/>
    <p:sldId id="276" r:id="rId5"/>
    <p:sldId id="279" r:id="rId6"/>
    <p:sldId id="277" r:id="rId7"/>
    <p:sldId id="278" r:id="rId8"/>
    <p:sldId id="281" r:id="rId9"/>
    <p:sldId id="284" r:id="rId10"/>
    <p:sldId id="285" r:id="rId11"/>
    <p:sldId id="287" r:id="rId12"/>
    <p:sldId id="275" r:id="rId13"/>
    <p:sldId id="282" r:id="rId14"/>
    <p:sldId id="288" r:id="rId15"/>
    <p:sldId id="289" r:id="rId16"/>
    <p:sldId id="290" r:id="rId17"/>
    <p:sldId id="291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7069-4804-3D6E-AE52-F74B87BE7DE8}" v="876" dt="2026-04-30T16:14:29.073"/>
    <p1510:client id="{2D6E4F37-D7C7-9984-6921-6B5558ABA04C}" v="2" dt="2026-04-30T08:57:50.366"/>
    <p1510:client id="{5931AC6E-2CD8-AB09-63E3-0F97E072DB14}" v="26" dt="2026-04-29T20:40:16.876"/>
    <p1510:client id="{73F84E9F-DA37-99D7-CC08-44FA98569BA5}" v="57" dt="2026-04-30T16:25:00.313"/>
    <p1510:client id="{AD37AF63-5479-F8EB-EC31-904403A43A47}" v="543" dt="2026-04-30T10:46:03.516"/>
    <p1510:client id="{EF4250DF-FE0A-A326-9E89-C67FE46A17CE}" v="741" dt="2026-05-01T02:13:29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iya Genda" userId="S::40264457@nebraska.edu::0af37392-3287-453d-93b2-7593440d4adf" providerId="AD" clId="Web-{AD37AF63-5479-F8EB-EC31-904403A43A47}"/>
    <pc:docChg chg="addSld delSld modSld sldOrd">
      <pc:chgData name="Seiya Genda" userId="S::40264457@nebraska.edu::0af37392-3287-453d-93b2-7593440d4adf" providerId="AD" clId="Web-{AD37AF63-5479-F8EB-EC31-904403A43A47}" dt="2026-04-30T10:46:03.516" v="585" actId="1076"/>
      <pc:docMkLst>
        <pc:docMk/>
      </pc:docMkLst>
      <pc:sldChg chg="del">
        <pc:chgData name="Seiya Genda" userId="S::40264457@nebraska.edu::0af37392-3287-453d-93b2-7593440d4adf" providerId="AD" clId="Web-{AD37AF63-5479-F8EB-EC31-904403A43A47}" dt="2026-04-30T09:59:53.197" v="0"/>
        <pc:sldMkLst>
          <pc:docMk/>
          <pc:sldMk cId="0" sldId="260"/>
        </pc:sldMkLst>
      </pc:sldChg>
      <pc:sldChg chg="del">
        <pc:chgData name="Seiya Genda" userId="S::40264457@nebraska.edu::0af37392-3287-453d-93b2-7593440d4adf" providerId="AD" clId="Web-{AD37AF63-5479-F8EB-EC31-904403A43A47}" dt="2026-04-30T09:59:55.119" v="1"/>
        <pc:sldMkLst>
          <pc:docMk/>
          <pc:sldMk cId="0" sldId="261"/>
        </pc:sldMkLst>
      </pc:sldChg>
      <pc:sldChg chg="del">
        <pc:chgData name="Seiya Genda" userId="S::40264457@nebraska.edu::0af37392-3287-453d-93b2-7593440d4adf" providerId="AD" clId="Web-{AD37AF63-5479-F8EB-EC31-904403A43A47}" dt="2026-04-30T09:59:56.525" v="2"/>
        <pc:sldMkLst>
          <pc:docMk/>
          <pc:sldMk cId="0" sldId="273"/>
        </pc:sldMkLst>
      </pc:sldChg>
      <pc:sldChg chg="addSp delSp modSp add del mod modClrScheme chgLayout">
        <pc:chgData name="Seiya Genda" userId="S::40264457@nebraska.edu::0af37392-3287-453d-93b2-7593440d4adf" providerId="AD" clId="Web-{AD37AF63-5479-F8EB-EC31-904403A43A47}" dt="2026-04-30T10:35:09.894" v="495" actId="20577"/>
        <pc:sldMkLst>
          <pc:docMk/>
          <pc:sldMk cId="0" sldId="275"/>
        </pc:sldMkLst>
        <pc:spChg chg="add del mod">
          <ac:chgData name="Seiya Genda" userId="S::40264457@nebraska.edu::0af37392-3287-453d-93b2-7593440d4adf" providerId="AD" clId="Web-{AD37AF63-5479-F8EB-EC31-904403A43A47}" dt="2026-04-30T10:19:13.233" v="366"/>
          <ac:spMkLst>
            <pc:docMk/>
            <pc:sldMk cId="0" sldId="275"/>
            <ac:spMk id="3" creationId="{9AC96AA2-F78B-52EC-4A07-42CCF9385FAE}"/>
          </ac:spMkLst>
        </pc:spChg>
        <pc:spChg chg="add del mod">
          <ac:chgData name="Seiya Genda" userId="S::40264457@nebraska.edu::0af37392-3287-453d-93b2-7593440d4adf" providerId="AD" clId="Web-{AD37AF63-5479-F8EB-EC31-904403A43A47}" dt="2026-04-30T10:35:09.894" v="495" actId="20577"/>
          <ac:spMkLst>
            <pc:docMk/>
            <pc:sldMk cId="0" sldId="275"/>
            <ac:spMk id="217" creationId="{00000000-0000-0000-0000-000000000000}"/>
          </ac:spMkLst>
        </pc:spChg>
        <pc:spChg chg="add del mod">
          <ac:chgData name="Seiya Genda" userId="S::40264457@nebraska.edu::0af37392-3287-453d-93b2-7593440d4adf" providerId="AD" clId="Web-{AD37AF63-5479-F8EB-EC31-904403A43A47}" dt="2026-04-30T10:35:06.535" v="493" actId="20577"/>
          <ac:spMkLst>
            <pc:docMk/>
            <pc:sldMk cId="0" sldId="275"/>
            <ac:spMk id="218" creationId="{00000000-0000-0000-0000-000000000000}"/>
          </ac:spMkLst>
        </pc:spChg>
        <pc:picChg chg="add mod">
          <ac:chgData name="Seiya Genda" userId="S::40264457@nebraska.edu::0af37392-3287-453d-93b2-7593440d4adf" providerId="AD" clId="Web-{AD37AF63-5479-F8EB-EC31-904403A43A47}" dt="2026-04-30T10:34:49.565" v="488" actId="14100"/>
          <ac:picMkLst>
            <pc:docMk/>
            <pc:sldMk cId="0" sldId="275"/>
            <ac:picMk id="4" creationId="{5C882AC1-DECC-9D7B-10DB-527F5F84B5E5}"/>
          </ac:picMkLst>
        </pc:picChg>
        <pc:picChg chg="add mod">
          <ac:chgData name="Seiya Genda" userId="S::40264457@nebraska.edu::0af37392-3287-453d-93b2-7593440d4adf" providerId="AD" clId="Web-{AD37AF63-5479-F8EB-EC31-904403A43A47}" dt="2026-04-30T10:34:59.425" v="492" actId="14100"/>
          <ac:picMkLst>
            <pc:docMk/>
            <pc:sldMk cId="0" sldId="275"/>
            <ac:picMk id="5" creationId="{F52112E8-05CA-B30D-60C0-FCC47FFD5BCA}"/>
          </ac:picMkLst>
        </pc:picChg>
      </pc:sldChg>
      <pc:sldChg chg="modSp">
        <pc:chgData name="Seiya Genda" userId="S::40264457@nebraska.edu::0af37392-3287-453d-93b2-7593440d4adf" providerId="AD" clId="Web-{AD37AF63-5479-F8EB-EC31-904403A43A47}" dt="2026-04-30T10:07:33.117" v="178" actId="20577"/>
        <pc:sldMkLst>
          <pc:docMk/>
          <pc:sldMk cId="3736337495" sldId="281"/>
        </pc:sldMkLst>
        <pc:spChg chg="mod">
          <ac:chgData name="Seiya Genda" userId="S::40264457@nebraska.edu::0af37392-3287-453d-93b2-7593440d4adf" providerId="AD" clId="Web-{AD37AF63-5479-F8EB-EC31-904403A43A47}" dt="2026-04-30T10:07:33.117" v="178" actId="20577"/>
          <ac:spMkLst>
            <pc:docMk/>
            <pc:sldMk cId="3736337495" sldId="281"/>
            <ac:spMk id="2" creationId="{C19181AE-EA17-A27D-076D-F17C9CF91482}"/>
          </ac:spMkLst>
        </pc:spChg>
      </pc:sldChg>
      <pc:sldChg chg="new del">
        <pc:chgData name="Seiya Genda" userId="S::40264457@nebraska.edu::0af37392-3287-453d-93b2-7593440d4adf" providerId="AD" clId="Web-{AD37AF63-5479-F8EB-EC31-904403A43A47}" dt="2026-04-30T10:08:39.900" v="196"/>
        <pc:sldMkLst>
          <pc:docMk/>
          <pc:sldMk cId="878953136" sldId="283"/>
        </pc:sldMkLst>
      </pc:sldChg>
      <pc:sldChg chg="new add del">
        <pc:chgData name="Seiya Genda" userId="S::40264457@nebraska.edu::0af37392-3287-453d-93b2-7593440d4adf" providerId="AD" clId="Web-{AD37AF63-5479-F8EB-EC31-904403A43A47}" dt="2026-04-30T10:08:33.962" v="194"/>
        <pc:sldMkLst>
          <pc:docMk/>
          <pc:sldMk cId="1074928436" sldId="283"/>
        </pc:sldMkLst>
      </pc:sldChg>
      <pc:sldChg chg="modSp new add del ord">
        <pc:chgData name="Seiya Genda" userId="S::40264457@nebraska.edu::0af37392-3287-453d-93b2-7593440d4adf" providerId="AD" clId="Web-{AD37AF63-5479-F8EB-EC31-904403A43A47}" dt="2026-04-30T10:14:34.209" v="260"/>
        <pc:sldMkLst>
          <pc:docMk/>
          <pc:sldMk cId="2567245233" sldId="283"/>
        </pc:sldMkLst>
        <pc:spChg chg="mod">
          <ac:chgData name="Seiya Genda" userId="S::40264457@nebraska.edu::0af37392-3287-453d-93b2-7593440d4adf" providerId="AD" clId="Web-{AD37AF63-5479-F8EB-EC31-904403A43A47}" dt="2026-04-30T10:14:29.568" v="258" actId="14100"/>
          <ac:spMkLst>
            <pc:docMk/>
            <pc:sldMk cId="2567245233" sldId="283"/>
            <ac:spMk id="2" creationId="{23723135-87D1-030C-4B5E-2A935AD231CC}"/>
          </ac:spMkLst>
        </pc:spChg>
        <pc:spChg chg="mod">
          <ac:chgData name="Seiya Genda" userId="S::40264457@nebraska.edu::0af37392-3287-453d-93b2-7593440d4adf" providerId="AD" clId="Web-{AD37AF63-5479-F8EB-EC31-904403A43A47}" dt="2026-04-30T10:14:31.365" v="259" actId="1076"/>
          <ac:spMkLst>
            <pc:docMk/>
            <pc:sldMk cId="2567245233" sldId="283"/>
            <ac:spMk id="3" creationId="{4D3CD5BE-879C-17CF-9482-0F788799118B}"/>
          </ac:spMkLst>
        </pc:spChg>
      </pc:sldChg>
      <pc:sldChg chg="addSp modSp new add del">
        <pc:chgData name="Seiya Genda" userId="S::40264457@nebraska.edu::0af37392-3287-453d-93b2-7593440d4adf" providerId="AD" clId="Web-{AD37AF63-5479-F8EB-EC31-904403A43A47}" dt="2026-04-30T10:22:47.658" v="402" actId="20577"/>
        <pc:sldMkLst>
          <pc:docMk/>
          <pc:sldMk cId="2881008642" sldId="284"/>
        </pc:sldMkLst>
        <pc:spChg chg="mod">
          <ac:chgData name="Seiya Genda" userId="S::40264457@nebraska.edu::0af37392-3287-453d-93b2-7593440d4adf" providerId="AD" clId="Web-{AD37AF63-5479-F8EB-EC31-904403A43A47}" dt="2026-04-30T10:22:47.658" v="402" actId="20577"/>
          <ac:spMkLst>
            <pc:docMk/>
            <pc:sldMk cId="2881008642" sldId="284"/>
            <ac:spMk id="2" creationId="{9C592891-4B34-2CA5-87DD-C3EA403A2288}"/>
          </ac:spMkLst>
        </pc:spChg>
        <pc:spChg chg="mod">
          <ac:chgData name="Seiya Genda" userId="S::40264457@nebraska.edu::0af37392-3287-453d-93b2-7593440d4adf" providerId="AD" clId="Web-{AD37AF63-5479-F8EB-EC31-904403A43A47}" dt="2026-04-30T10:22:32.798" v="396" actId="14100"/>
          <ac:spMkLst>
            <pc:docMk/>
            <pc:sldMk cId="2881008642" sldId="284"/>
            <ac:spMk id="3" creationId="{E5605856-3A2F-9DBA-8868-A026B632DEC5}"/>
          </ac:spMkLst>
        </pc:spChg>
        <pc:picChg chg="add mod">
          <ac:chgData name="Seiya Genda" userId="S::40264457@nebraska.edu::0af37392-3287-453d-93b2-7593440d4adf" providerId="AD" clId="Web-{AD37AF63-5479-F8EB-EC31-904403A43A47}" dt="2026-04-30T10:22:36.517" v="397" actId="1076"/>
          <ac:picMkLst>
            <pc:docMk/>
            <pc:sldMk cId="2881008642" sldId="284"/>
            <ac:picMk id="4" creationId="{F0F15692-0702-22E2-D98A-CFF42259F3E4}"/>
          </ac:picMkLst>
        </pc:picChg>
      </pc:sldChg>
      <pc:sldChg chg="modSp new add del">
        <pc:chgData name="Seiya Genda" userId="S::40264457@nebraska.edu::0af37392-3287-453d-93b2-7593440d4adf" providerId="AD" clId="Web-{AD37AF63-5479-F8EB-EC31-904403A43A47}" dt="2026-04-30T10:08:53.150" v="201"/>
        <pc:sldMkLst>
          <pc:docMk/>
          <pc:sldMk cId="743010947" sldId="285"/>
        </pc:sldMkLst>
        <pc:spChg chg="mod">
          <ac:chgData name="Seiya Genda" userId="S::40264457@nebraska.edu::0af37392-3287-453d-93b2-7593440d4adf" providerId="AD" clId="Web-{AD37AF63-5479-F8EB-EC31-904403A43A47}" dt="2026-04-30T10:08:09.587" v="186" actId="20577"/>
          <ac:spMkLst>
            <pc:docMk/>
            <pc:sldMk cId="743010947" sldId="285"/>
            <ac:spMk id="2" creationId="{A308C3BE-0B11-9815-50B8-B0284428540C}"/>
          </ac:spMkLst>
        </pc:spChg>
        <pc:spChg chg="mod">
          <ac:chgData name="Seiya Genda" userId="S::40264457@nebraska.edu::0af37392-3287-453d-93b2-7593440d4adf" providerId="AD" clId="Web-{AD37AF63-5479-F8EB-EC31-904403A43A47}" dt="2026-04-30T10:06:55.601" v="164" actId="20577"/>
          <ac:spMkLst>
            <pc:docMk/>
            <pc:sldMk cId="743010947" sldId="285"/>
            <ac:spMk id="3" creationId="{68476339-E1EC-BB8E-EECA-882F1B2A2DCE}"/>
          </ac:spMkLst>
        </pc:spChg>
      </pc:sldChg>
      <pc:sldChg chg="modSp new del">
        <pc:chgData name="Seiya Genda" userId="S::40264457@nebraska.edu::0af37392-3287-453d-93b2-7593440d4adf" providerId="AD" clId="Web-{AD37AF63-5479-F8EB-EC31-904403A43A47}" dt="2026-04-30T10:10:58.199" v="246"/>
        <pc:sldMkLst>
          <pc:docMk/>
          <pc:sldMk cId="2598709208" sldId="285"/>
        </pc:sldMkLst>
        <pc:spChg chg="mod">
          <ac:chgData name="Seiya Genda" userId="S::40264457@nebraska.edu::0af37392-3287-453d-93b2-7593440d4adf" providerId="AD" clId="Web-{AD37AF63-5479-F8EB-EC31-904403A43A47}" dt="2026-04-30T10:10:58.121" v="243" actId="20577"/>
          <ac:spMkLst>
            <pc:docMk/>
            <pc:sldMk cId="2598709208" sldId="285"/>
            <ac:spMk id="2" creationId="{E5CEF640-0A42-C80D-146E-BD82754773B3}"/>
          </ac:spMkLst>
        </pc:spChg>
        <pc:spChg chg="mod">
          <ac:chgData name="Seiya Genda" userId="S::40264457@nebraska.edu::0af37392-3287-453d-93b2-7593440d4adf" providerId="AD" clId="Web-{AD37AF63-5479-F8EB-EC31-904403A43A47}" dt="2026-04-30T10:10:58.168" v="245" actId="20577"/>
          <ac:spMkLst>
            <pc:docMk/>
            <pc:sldMk cId="2598709208" sldId="285"/>
            <ac:spMk id="3" creationId="{E2E508AD-492C-46B2-3815-C68637F3A08B}"/>
          </ac:spMkLst>
        </pc:spChg>
      </pc:sldChg>
      <pc:sldChg chg="addSp delSp modSp new mod ord modClrScheme chgLayout">
        <pc:chgData name="Seiya Genda" userId="S::40264457@nebraska.edu::0af37392-3287-453d-93b2-7593440d4adf" providerId="AD" clId="Web-{AD37AF63-5479-F8EB-EC31-904403A43A47}" dt="2026-04-30T10:45:06.281" v="583" actId="20577"/>
        <pc:sldMkLst>
          <pc:docMk/>
          <pc:sldMk cId="3250702996" sldId="285"/>
        </pc:sldMkLst>
        <pc:spChg chg="mod">
          <ac:chgData name="Seiya Genda" userId="S::40264457@nebraska.edu::0af37392-3287-453d-93b2-7593440d4adf" providerId="AD" clId="Web-{AD37AF63-5479-F8EB-EC31-904403A43A47}" dt="2026-04-30T10:32:33.495" v="454" actId="14100"/>
          <ac:spMkLst>
            <pc:docMk/>
            <pc:sldMk cId="3250702996" sldId="285"/>
            <ac:spMk id="2" creationId="{E4F5779F-7F65-FA26-9F85-309A57FA45BE}"/>
          </ac:spMkLst>
        </pc:spChg>
        <pc:spChg chg="mod">
          <ac:chgData name="Seiya Genda" userId="S::40264457@nebraska.edu::0af37392-3287-453d-93b2-7593440d4adf" providerId="AD" clId="Web-{AD37AF63-5479-F8EB-EC31-904403A43A47}" dt="2026-04-30T10:42:58.498" v="581" actId="1076"/>
          <ac:spMkLst>
            <pc:docMk/>
            <pc:sldMk cId="3250702996" sldId="285"/>
            <ac:spMk id="3" creationId="{E5690A92-FCA7-5942-0102-66F1AD4579CF}"/>
          </ac:spMkLst>
        </pc:spChg>
        <pc:spChg chg="add mod">
          <ac:chgData name="Seiya Genda" userId="S::40264457@nebraska.edu::0af37392-3287-453d-93b2-7593440d4adf" providerId="AD" clId="Web-{AD37AF63-5479-F8EB-EC31-904403A43A47}" dt="2026-04-30T10:45:06.281" v="583" actId="20577"/>
          <ac:spMkLst>
            <pc:docMk/>
            <pc:sldMk cId="3250702996" sldId="285"/>
            <ac:spMk id="7" creationId="{22951739-5CBA-80B6-1FDE-49DA0F15C0FE}"/>
          </ac:spMkLst>
        </pc:spChg>
        <pc:spChg chg="add mod">
          <ac:chgData name="Seiya Genda" userId="S::40264457@nebraska.edu::0af37392-3287-453d-93b2-7593440d4adf" providerId="AD" clId="Web-{AD37AF63-5479-F8EB-EC31-904403A43A47}" dt="2026-04-30T10:32:28.213" v="453" actId="1076"/>
          <ac:spMkLst>
            <pc:docMk/>
            <pc:sldMk cId="3250702996" sldId="285"/>
            <ac:spMk id="9" creationId="{7732A347-ED0D-3BF2-2AA0-AD01B883FBA4}"/>
          </ac:spMkLst>
        </pc:spChg>
        <pc:spChg chg="add del">
          <ac:chgData name="Seiya Genda" userId="S::40264457@nebraska.edu::0af37392-3287-453d-93b2-7593440d4adf" providerId="AD" clId="Web-{AD37AF63-5479-F8EB-EC31-904403A43A47}" dt="2026-04-30T10:32:54.668" v="461"/>
          <ac:spMkLst>
            <pc:docMk/>
            <pc:sldMk cId="3250702996" sldId="285"/>
            <ac:spMk id="11" creationId="{FD1FAD10-8DAF-D6FF-92DB-8C4DEB17949D}"/>
          </ac:spMkLst>
        </pc:spChg>
        <pc:picChg chg="add del mod">
          <ac:chgData name="Seiya Genda" userId="S::40264457@nebraska.edu::0af37392-3287-453d-93b2-7593440d4adf" providerId="AD" clId="Web-{AD37AF63-5479-F8EB-EC31-904403A43A47}" dt="2026-04-30T10:26:29.160" v="417"/>
          <ac:picMkLst>
            <pc:docMk/>
            <pc:sldMk cId="3250702996" sldId="285"/>
            <ac:picMk id="4" creationId="{413FF6C1-C576-3A8F-5EE0-6F8D90087B29}"/>
          </ac:picMkLst>
        </pc:picChg>
        <pc:picChg chg="add del mod">
          <ac:chgData name="Seiya Genda" userId="S::40264457@nebraska.edu::0af37392-3287-453d-93b2-7593440d4adf" providerId="AD" clId="Web-{AD37AF63-5479-F8EB-EC31-904403A43A47}" dt="2026-04-30T10:27:48.520" v="423"/>
          <ac:picMkLst>
            <pc:docMk/>
            <pc:sldMk cId="3250702996" sldId="285"/>
            <ac:picMk id="5" creationId="{8EE6386C-7BAA-AA04-9FBF-19A169E5F0A8}"/>
          </ac:picMkLst>
        </pc:picChg>
      </pc:sldChg>
      <pc:sldChg chg="modSp new add del">
        <pc:chgData name="Seiya Genda" userId="S::40264457@nebraska.edu::0af37392-3287-453d-93b2-7593440d4adf" providerId="AD" clId="Web-{AD37AF63-5479-F8EB-EC31-904403A43A47}" dt="2026-04-30T10:06:33.678" v="157"/>
        <pc:sldMkLst>
          <pc:docMk/>
          <pc:sldMk cId="908473603" sldId="286"/>
        </pc:sldMkLst>
        <pc:spChg chg="mod">
          <ac:chgData name="Seiya Genda" userId="S::40264457@nebraska.edu::0af37392-3287-453d-93b2-7593440d4adf" providerId="AD" clId="Web-{AD37AF63-5479-F8EB-EC31-904403A43A47}" dt="2026-04-30T10:02:04.779" v="36" actId="20577"/>
          <ac:spMkLst>
            <pc:docMk/>
            <pc:sldMk cId="908473603" sldId="286"/>
            <ac:spMk id="2" creationId="{7E0918F0-EB63-7B97-2A6C-1895BEA56CD6}"/>
          </ac:spMkLst>
        </pc:spChg>
        <pc:spChg chg="mod">
          <ac:chgData name="Seiya Genda" userId="S::40264457@nebraska.edu::0af37392-3287-453d-93b2-7593440d4adf" providerId="AD" clId="Web-{AD37AF63-5479-F8EB-EC31-904403A43A47}" dt="2026-04-30T10:06:22.725" v="156" actId="20577"/>
          <ac:spMkLst>
            <pc:docMk/>
            <pc:sldMk cId="908473603" sldId="286"/>
            <ac:spMk id="3" creationId="{AF806A27-9930-0E29-B8BB-99B1199A6874}"/>
          </ac:spMkLst>
        </pc:spChg>
      </pc:sldChg>
      <pc:sldChg chg="addSp delSp modSp new del mod modClrScheme chgLayout">
        <pc:chgData name="Seiya Genda" userId="S::40264457@nebraska.edu::0af37392-3287-453d-93b2-7593440d4adf" providerId="AD" clId="Web-{AD37AF63-5479-F8EB-EC31-904403A43A47}" dt="2026-04-30T10:32:36.448" v="455"/>
        <pc:sldMkLst>
          <pc:docMk/>
          <pc:sldMk cId="2262870366" sldId="286"/>
        </pc:sldMkLst>
        <pc:spChg chg="mod">
          <ac:chgData name="Seiya Genda" userId="S::40264457@nebraska.edu::0af37392-3287-453d-93b2-7593440d4adf" providerId="AD" clId="Web-{AD37AF63-5479-F8EB-EC31-904403A43A47}" dt="2026-04-30T10:25:50.487" v="413"/>
          <ac:spMkLst>
            <pc:docMk/>
            <pc:sldMk cId="2262870366" sldId="286"/>
            <ac:spMk id="2" creationId="{0E6C0E37-0AA8-A5E6-4747-0296179E1C38}"/>
          </ac:spMkLst>
        </pc:spChg>
        <pc:spChg chg="add del mod">
          <ac:chgData name="Seiya Genda" userId="S::40264457@nebraska.edu::0af37392-3287-453d-93b2-7593440d4adf" providerId="AD" clId="Web-{AD37AF63-5479-F8EB-EC31-904403A43A47}" dt="2026-04-30T10:31:26.959" v="433" actId="20577"/>
          <ac:spMkLst>
            <pc:docMk/>
            <pc:sldMk cId="2262870366" sldId="286"/>
            <ac:spMk id="3" creationId="{86C9B9BD-87B6-239E-99F7-0A7EE1B6CA2B}"/>
          </ac:spMkLst>
        </pc:spChg>
        <pc:graphicFrameChg chg="add del">
          <ac:chgData name="Seiya Genda" userId="S::40264457@nebraska.edu::0af37392-3287-453d-93b2-7593440d4adf" providerId="AD" clId="Web-{AD37AF63-5479-F8EB-EC31-904403A43A47}" dt="2026-04-30T10:25:50.487" v="413"/>
          <ac:graphicFrameMkLst>
            <pc:docMk/>
            <pc:sldMk cId="2262870366" sldId="286"/>
            <ac:graphicFrameMk id="5" creationId="{421174DF-2D83-A121-2F10-7F33689EDF9F}"/>
          </ac:graphicFrameMkLst>
        </pc:graphicFrameChg>
      </pc:sldChg>
      <pc:sldChg chg="modSp new del">
        <pc:chgData name="Seiya Genda" userId="S::40264457@nebraska.edu::0af37392-3287-453d-93b2-7593440d4adf" providerId="AD" clId="Web-{AD37AF63-5479-F8EB-EC31-904403A43A47}" dt="2026-04-30T10:33:00.419" v="463"/>
        <pc:sldMkLst>
          <pc:docMk/>
          <pc:sldMk cId="2264265145" sldId="286"/>
        </pc:sldMkLst>
        <pc:spChg chg="mod">
          <ac:chgData name="Seiya Genda" userId="S::40264457@nebraska.edu::0af37392-3287-453d-93b2-7593440d4adf" providerId="AD" clId="Web-{AD37AF63-5479-F8EB-EC31-904403A43A47}" dt="2026-04-30T10:32:50.715" v="459" actId="20577"/>
          <ac:spMkLst>
            <pc:docMk/>
            <pc:sldMk cId="2264265145" sldId="286"/>
            <ac:spMk id="2" creationId="{DE8B8852-E286-AE72-042B-5AAC73E7FC6A}"/>
          </ac:spMkLst>
        </pc:spChg>
      </pc:sldChg>
      <pc:sldChg chg="addSp delSp modSp add replId">
        <pc:chgData name="Seiya Genda" userId="S::40264457@nebraska.edu::0af37392-3287-453d-93b2-7593440d4adf" providerId="AD" clId="Web-{AD37AF63-5479-F8EB-EC31-904403A43A47}" dt="2026-04-30T10:46:03.516" v="585" actId="1076"/>
        <pc:sldMkLst>
          <pc:docMk/>
          <pc:sldMk cId="2588516815" sldId="287"/>
        </pc:sldMkLst>
        <pc:spChg chg="add del mod">
          <ac:chgData name="Seiya Genda" userId="S::40264457@nebraska.edu::0af37392-3287-453d-93b2-7593440d4adf" providerId="AD" clId="Web-{AD37AF63-5479-F8EB-EC31-904403A43A47}" dt="2026-04-30T10:42:16.889" v="574" actId="1076"/>
          <ac:spMkLst>
            <pc:docMk/>
            <pc:sldMk cId="2588516815" sldId="287"/>
            <ac:spMk id="2" creationId="{C7431129-2088-153B-3BF7-2EA34D1A982D}"/>
          </ac:spMkLst>
        </pc:spChg>
        <pc:spChg chg="add del mod">
          <ac:chgData name="Seiya Genda" userId="S::40264457@nebraska.edu::0af37392-3287-453d-93b2-7593440d4adf" providerId="AD" clId="Web-{AD37AF63-5479-F8EB-EC31-904403A43A47}" dt="2026-04-30T10:46:03.516" v="585" actId="1076"/>
          <ac:spMkLst>
            <pc:docMk/>
            <pc:sldMk cId="2588516815" sldId="287"/>
            <ac:spMk id="3" creationId="{BD31FA00-60CC-F291-4338-453D4D25EAAD}"/>
          </ac:spMkLst>
        </pc:spChg>
        <pc:spChg chg="del mod">
          <ac:chgData name="Seiya Genda" userId="S::40264457@nebraska.edu::0af37392-3287-453d-93b2-7593440d4adf" providerId="AD" clId="Web-{AD37AF63-5479-F8EB-EC31-904403A43A47}" dt="2026-04-30T10:33:09.544" v="468"/>
          <ac:spMkLst>
            <pc:docMk/>
            <pc:sldMk cId="2588516815" sldId="287"/>
            <ac:spMk id="7" creationId="{3A5C05E0-667E-102F-6FD1-E93BBFD66F4B}"/>
          </ac:spMkLst>
        </pc:spChg>
        <pc:spChg chg="add del">
          <ac:chgData name="Seiya Genda" userId="S::40264457@nebraska.edu::0af37392-3287-453d-93b2-7593440d4adf" providerId="AD" clId="Web-{AD37AF63-5479-F8EB-EC31-904403A43A47}" dt="2026-04-30T10:33:14.091" v="475"/>
          <ac:spMkLst>
            <pc:docMk/>
            <pc:sldMk cId="2588516815" sldId="287"/>
            <ac:spMk id="9" creationId="{88922F7B-91D4-8350-DE47-1D9C89D62137}"/>
          </ac:spMkLst>
        </pc:spChg>
        <pc:picChg chg="add mod">
          <ac:chgData name="Seiya Genda" userId="S::40264457@nebraska.edu::0af37392-3287-453d-93b2-7593440d4adf" providerId="AD" clId="Web-{AD37AF63-5479-F8EB-EC31-904403A43A47}" dt="2026-04-30T10:36:11.459" v="506" actId="1076"/>
          <ac:picMkLst>
            <pc:docMk/>
            <pc:sldMk cId="2588516815" sldId="287"/>
            <ac:picMk id="4" creationId="{DE78D4E5-45D0-193F-9F80-217D0E0886F7}"/>
          </ac:picMkLst>
        </pc:picChg>
        <pc:picChg chg="add mod">
          <ac:chgData name="Seiya Genda" userId="S::40264457@nebraska.edu::0af37392-3287-453d-93b2-7593440d4adf" providerId="AD" clId="Web-{AD37AF63-5479-F8EB-EC31-904403A43A47}" dt="2026-04-30T10:41:52.685" v="571" actId="1076"/>
          <ac:picMkLst>
            <pc:docMk/>
            <pc:sldMk cId="2588516815" sldId="287"/>
            <ac:picMk id="5" creationId="{6342963F-6C2E-6561-8761-46C82C7D8CAA}"/>
          </ac:picMkLst>
        </pc:picChg>
      </pc:sldChg>
    </pc:docChg>
  </pc:docChgLst>
  <pc:docChgLst>
    <pc:chgData name="Seiya Genda" userId="S::40264457@nebraska.edu::0af37392-3287-453d-93b2-7593440d4adf" providerId="AD" clId="Web-{5931AC6E-2CD8-AB09-63E3-0F97E072DB14}"/>
    <pc:docChg chg="addSld delSld modSld">
      <pc:chgData name="Seiya Genda" userId="S::40264457@nebraska.edu::0af37392-3287-453d-93b2-7593440d4adf" providerId="AD" clId="Web-{5931AC6E-2CD8-AB09-63E3-0F97E072DB14}" dt="2026-04-29T20:40:16.876" v="25"/>
      <pc:docMkLst>
        <pc:docMk/>
      </pc:docMkLst>
    </pc:docChg>
  </pc:docChgLst>
  <pc:docChgLst>
    <pc:chgData name="Solomon Preston" userId="S::23324889@nebraska.edu::05a4fe29-fca7-44e1-9b90-b43be02179f0" providerId="AD" clId="Web-{EF4250DF-FE0A-A326-9E89-C67FE46A17CE}"/>
    <pc:docChg chg="addSld delSld modSld sldOrd">
      <pc:chgData name="Solomon Preston" userId="S::23324889@nebraska.edu::05a4fe29-fca7-44e1-9b90-b43be02179f0" providerId="AD" clId="Web-{EF4250DF-FE0A-A326-9E89-C67FE46A17CE}" dt="2026-05-01T02:13:29.797" v="734" actId="1076"/>
      <pc:docMkLst>
        <pc:docMk/>
      </pc:docMkLst>
      <pc:sldChg chg="modSp">
        <pc:chgData name="Solomon Preston" userId="S::23324889@nebraska.edu::05a4fe29-fca7-44e1-9b90-b43be02179f0" providerId="AD" clId="Web-{EF4250DF-FE0A-A326-9E89-C67FE46A17CE}" dt="2026-04-30T04:38:58.370" v="732" actId="1076"/>
        <pc:sldMkLst>
          <pc:docMk/>
          <pc:sldMk cId="0" sldId="256"/>
        </pc:sldMkLst>
        <pc:spChg chg="mod">
          <ac:chgData name="Solomon Preston" userId="S::23324889@nebraska.edu::05a4fe29-fca7-44e1-9b90-b43be02179f0" providerId="AD" clId="Web-{EF4250DF-FE0A-A326-9E89-C67FE46A17CE}" dt="2026-04-30T04:38:47.494" v="730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Solomon Preston" userId="S::23324889@nebraska.edu::05a4fe29-fca7-44e1-9b90-b43be02179f0" providerId="AD" clId="Web-{EF4250DF-FE0A-A326-9E89-C67FE46A17CE}" dt="2026-04-30T04:38:58.370" v="732" actId="1076"/>
          <ac:spMkLst>
            <pc:docMk/>
            <pc:sldMk cId="0" sldId="256"/>
            <ac:spMk id="86" creationId="{00000000-0000-0000-0000-000000000000}"/>
          </ac:spMkLst>
        </pc:spChg>
      </pc:sldChg>
      <pc:sldChg chg="modSp">
        <pc:chgData name="Solomon Preston" userId="S::23324889@nebraska.edu::05a4fe29-fca7-44e1-9b90-b43be02179f0" providerId="AD" clId="Web-{EF4250DF-FE0A-A326-9E89-C67FE46A17CE}" dt="2026-04-30T00:54:41.395" v="142" actId="20577"/>
        <pc:sldMkLst>
          <pc:docMk/>
          <pc:sldMk cId="0" sldId="257"/>
        </pc:sldMkLst>
        <pc:spChg chg="mod">
          <ac:chgData name="Solomon Preston" userId="S::23324889@nebraska.edu::05a4fe29-fca7-44e1-9b90-b43be02179f0" providerId="AD" clId="Web-{EF4250DF-FE0A-A326-9E89-C67FE46A17CE}" dt="2026-04-30T00:54:41.395" v="142" actId="20577"/>
          <ac:spMkLst>
            <pc:docMk/>
            <pc:sldMk cId="0" sldId="257"/>
            <ac:spMk id="92" creationId="{00000000-0000-0000-0000-000000000000}"/>
          </ac:spMkLst>
        </pc:spChg>
      </pc:sldChg>
      <pc:sldChg chg="modSp">
        <pc:chgData name="Solomon Preston" userId="S::23324889@nebraska.edu::05a4fe29-fca7-44e1-9b90-b43be02179f0" providerId="AD" clId="Web-{EF4250DF-FE0A-A326-9E89-C67FE46A17CE}" dt="2026-04-30T00:52:19.488" v="103" actId="20577"/>
        <pc:sldMkLst>
          <pc:docMk/>
          <pc:sldMk cId="0" sldId="275"/>
        </pc:sldMkLst>
        <pc:spChg chg="mod">
          <ac:chgData name="Solomon Preston" userId="S::23324889@nebraska.edu::05a4fe29-fca7-44e1-9b90-b43be02179f0" providerId="AD" clId="Web-{EF4250DF-FE0A-A326-9E89-C67FE46A17CE}" dt="2026-04-30T00:52:19.488" v="103" actId="20577"/>
          <ac:spMkLst>
            <pc:docMk/>
            <pc:sldMk cId="0" sldId="275"/>
            <ac:spMk id="217" creationId="{00000000-0000-0000-0000-000000000000}"/>
          </ac:spMkLst>
        </pc:spChg>
      </pc:sldChg>
      <pc:sldChg chg="addSp delSp modSp new mod ord modClrScheme chgLayout">
        <pc:chgData name="Solomon Preston" userId="S::23324889@nebraska.edu::05a4fe29-fca7-44e1-9b90-b43be02179f0" providerId="AD" clId="Web-{EF4250DF-FE0A-A326-9E89-C67FE46A17CE}" dt="2026-04-30T02:48:07.575" v="715" actId="20577"/>
        <pc:sldMkLst>
          <pc:docMk/>
          <pc:sldMk cId="1446528411" sldId="276"/>
        </pc:sldMkLst>
        <pc:spChg chg="mod">
          <ac:chgData name="Solomon Preston" userId="S::23324889@nebraska.edu::05a4fe29-fca7-44e1-9b90-b43be02179f0" providerId="AD" clId="Web-{EF4250DF-FE0A-A326-9E89-C67FE46A17CE}" dt="2026-04-30T02:06:17.559" v="583"/>
          <ac:spMkLst>
            <pc:docMk/>
            <pc:sldMk cId="1446528411" sldId="276"/>
            <ac:spMk id="2" creationId="{FAC59720-6109-0A50-02A1-DA72ABA345AB}"/>
          </ac:spMkLst>
        </pc:spChg>
        <pc:spChg chg="mod">
          <ac:chgData name="Solomon Preston" userId="S::23324889@nebraska.edu::05a4fe29-fca7-44e1-9b90-b43be02179f0" providerId="AD" clId="Web-{EF4250DF-FE0A-A326-9E89-C67FE46A17CE}" dt="2026-04-30T02:48:07.575" v="715" actId="20577"/>
          <ac:spMkLst>
            <pc:docMk/>
            <pc:sldMk cId="1446528411" sldId="276"/>
            <ac:spMk id="3" creationId="{BC782987-B649-8534-92CB-8A07DFA2D313}"/>
          </ac:spMkLst>
        </pc:spChg>
        <pc:picChg chg="add del mod modCrop">
          <ac:chgData name="Solomon Preston" userId="S::23324889@nebraska.edu::05a4fe29-fca7-44e1-9b90-b43be02179f0" providerId="AD" clId="Web-{EF4250DF-FE0A-A326-9E89-C67FE46A17CE}" dt="2026-04-30T01:20:21.474" v="156"/>
          <ac:picMkLst>
            <pc:docMk/>
            <pc:sldMk cId="1446528411" sldId="276"/>
            <ac:picMk id="4" creationId="{0F81C3F1-D137-82AE-D3A4-8889D0175505}"/>
          </ac:picMkLst>
        </pc:picChg>
        <pc:picChg chg="add del mod">
          <ac:chgData name="Solomon Preston" userId="S::23324889@nebraska.edu::05a4fe29-fca7-44e1-9b90-b43be02179f0" providerId="AD" clId="Web-{EF4250DF-FE0A-A326-9E89-C67FE46A17CE}" dt="2026-04-30T02:07:19.217" v="587"/>
          <ac:picMkLst>
            <pc:docMk/>
            <pc:sldMk cId="1446528411" sldId="276"/>
            <ac:picMk id="5" creationId="{06B0F533-168F-037F-09DF-8C51B46023E0}"/>
          </ac:picMkLst>
        </pc:picChg>
        <pc:picChg chg="add mod">
          <ac:chgData name="Solomon Preston" userId="S::23324889@nebraska.edu::05a4fe29-fca7-44e1-9b90-b43be02179f0" providerId="AD" clId="Web-{EF4250DF-FE0A-A326-9E89-C67FE46A17CE}" dt="2026-04-30T02:07:24.327" v="589" actId="1076"/>
          <ac:picMkLst>
            <pc:docMk/>
            <pc:sldMk cId="1446528411" sldId="276"/>
            <ac:picMk id="6" creationId="{2C2F3D21-7A02-5F6F-C8D4-2C90C085FBAB}"/>
          </ac:picMkLst>
        </pc:picChg>
      </pc:sldChg>
      <pc:sldChg chg="new del">
        <pc:chgData name="Solomon Preston" userId="S::23324889@nebraska.edu::05a4fe29-fca7-44e1-9b90-b43be02179f0" providerId="AD" clId="Web-{EF4250DF-FE0A-A326-9E89-C67FE46A17CE}" dt="2026-04-30T01:19:27.997" v="144"/>
        <pc:sldMkLst>
          <pc:docMk/>
          <pc:sldMk cId="1888411803" sldId="276"/>
        </pc:sldMkLst>
      </pc:sldChg>
      <pc:sldChg chg="addSp delSp modSp new mod ord modClrScheme chgLayout">
        <pc:chgData name="Solomon Preston" userId="S::23324889@nebraska.edu::05a4fe29-fca7-44e1-9b90-b43be02179f0" providerId="AD" clId="Web-{EF4250DF-FE0A-A326-9E89-C67FE46A17CE}" dt="2026-04-30T02:43:58.261" v="684" actId="1076"/>
        <pc:sldMkLst>
          <pc:docMk/>
          <pc:sldMk cId="1476411724" sldId="277"/>
        </pc:sldMkLst>
        <pc:spChg chg="mod">
          <ac:chgData name="Solomon Preston" userId="S::23324889@nebraska.edu::05a4fe29-fca7-44e1-9b90-b43be02179f0" providerId="AD" clId="Web-{EF4250DF-FE0A-A326-9E89-C67FE46A17CE}" dt="2026-04-30T01:54:42.673" v="475"/>
          <ac:spMkLst>
            <pc:docMk/>
            <pc:sldMk cId="1476411724" sldId="277"/>
            <ac:spMk id="2" creationId="{7FEC03CF-3341-0BBC-C051-A2B08052BAEE}"/>
          </ac:spMkLst>
        </pc:spChg>
        <pc:spChg chg="mod ord">
          <ac:chgData name="Solomon Preston" userId="S::23324889@nebraska.edu::05a4fe29-fca7-44e1-9b90-b43be02179f0" providerId="AD" clId="Web-{EF4250DF-FE0A-A326-9E89-C67FE46A17CE}" dt="2026-04-30T01:54:42.673" v="475"/>
          <ac:spMkLst>
            <pc:docMk/>
            <pc:sldMk cId="1476411724" sldId="277"/>
            <ac:spMk id="3" creationId="{D332AE0E-A9FE-1FC6-2CE9-4E433038AB6A}"/>
          </ac:spMkLst>
        </pc:spChg>
        <pc:picChg chg="add del mod">
          <ac:chgData name="Solomon Preston" userId="S::23324889@nebraska.edu::05a4fe29-fca7-44e1-9b90-b43be02179f0" providerId="AD" clId="Web-{EF4250DF-FE0A-A326-9E89-C67FE46A17CE}" dt="2026-04-30T02:14:10.928" v="619"/>
          <ac:picMkLst>
            <pc:docMk/>
            <pc:sldMk cId="1476411724" sldId="277"/>
            <ac:picMk id="4" creationId="{99607022-180E-3B35-A4F5-BB79DA48BD9A}"/>
          </ac:picMkLst>
        </pc:picChg>
        <pc:picChg chg="add mod">
          <ac:chgData name="Solomon Preston" userId="S::23324889@nebraska.edu::05a4fe29-fca7-44e1-9b90-b43be02179f0" providerId="AD" clId="Web-{EF4250DF-FE0A-A326-9E89-C67FE46A17CE}" dt="2026-04-30T02:14:43.463" v="622" actId="1076"/>
          <ac:picMkLst>
            <pc:docMk/>
            <pc:sldMk cId="1476411724" sldId="277"/>
            <ac:picMk id="5" creationId="{A9A2A3E6-8E18-B86C-E435-8D39B293F407}"/>
          </ac:picMkLst>
        </pc:picChg>
        <pc:picChg chg="add mod">
          <ac:chgData name="Solomon Preston" userId="S::23324889@nebraska.edu::05a4fe29-fca7-44e1-9b90-b43be02179f0" providerId="AD" clId="Web-{EF4250DF-FE0A-A326-9E89-C67FE46A17CE}" dt="2026-04-30T02:43:58.261" v="684" actId="1076"/>
          <ac:picMkLst>
            <pc:docMk/>
            <pc:sldMk cId="1476411724" sldId="277"/>
            <ac:picMk id="6" creationId="{B27B1C7D-D38A-DD8B-33CD-D7713E36EE48}"/>
          </ac:picMkLst>
        </pc:picChg>
      </pc:sldChg>
      <pc:sldChg chg="addSp delSp modSp new mod modClrScheme chgLayout">
        <pc:chgData name="Solomon Preston" userId="S::23324889@nebraska.edu::05a4fe29-fca7-44e1-9b90-b43be02179f0" providerId="AD" clId="Web-{EF4250DF-FE0A-A326-9E89-C67FE46A17CE}" dt="2026-05-01T02:13:29.797" v="734" actId="1076"/>
        <pc:sldMkLst>
          <pc:docMk/>
          <pc:sldMk cId="2472039710" sldId="278"/>
        </pc:sldMkLst>
        <pc:spChg chg="mod ord">
          <ac:chgData name="Solomon Preston" userId="S::23324889@nebraska.edu::05a4fe29-fca7-44e1-9b90-b43be02179f0" providerId="AD" clId="Web-{EF4250DF-FE0A-A326-9E89-C67FE46A17CE}" dt="2026-04-30T01:54:48.862" v="476"/>
          <ac:spMkLst>
            <pc:docMk/>
            <pc:sldMk cId="2472039710" sldId="278"/>
            <ac:spMk id="2" creationId="{04E0D6A3-D48B-A551-EECE-2216F6A64D96}"/>
          </ac:spMkLst>
        </pc:spChg>
        <pc:spChg chg="add mod ord">
          <ac:chgData name="Solomon Preston" userId="S::23324889@nebraska.edu::05a4fe29-fca7-44e1-9b90-b43be02179f0" providerId="AD" clId="Web-{EF4250DF-FE0A-A326-9E89-C67FE46A17CE}" dt="2026-04-30T02:09:27.642" v="618" actId="20577"/>
          <ac:spMkLst>
            <pc:docMk/>
            <pc:sldMk cId="2472039710" sldId="278"/>
            <ac:spMk id="4" creationId="{1AD1C974-70DC-CBB9-6423-104137F6CE6D}"/>
          </ac:spMkLst>
        </pc:spChg>
        <pc:picChg chg="add del mod modCrop">
          <ac:chgData name="Solomon Preston" userId="S::23324889@nebraska.edu::05a4fe29-fca7-44e1-9b90-b43be02179f0" providerId="AD" clId="Web-{EF4250DF-FE0A-A326-9E89-C67FE46A17CE}" dt="2026-04-30T01:56:42.256" v="490"/>
          <ac:picMkLst>
            <pc:docMk/>
            <pc:sldMk cId="2472039710" sldId="278"/>
            <ac:picMk id="3" creationId="{05D34397-2A75-02E4-55F6-EE0AD5C0132C}"/>
          </ac:picMkLst>
        </pc:picChg>
        <pc:picChg chg="add mod">
          <ac:chgData name="Solomon Preston" userId="S::23324889@nebraska.edu::05a4fe29-fca7-44e1-9b90-b43be02179f0" providerId="AD" clId="Web-{EF4250DF-FE0A-A326-9E89-C67FE46A17CE}" dt="2026-05-01T02:13:29.797" v="734" actId="1076"/>
          <ac:picMkLst>
            <pc:docMk/>
            <pc:sldMk cId="2472039710" sldId="278"/>
            <ac:picMk id="3" creationId="{EFDFCE7B-4658-98DD-8C8E-382BA4A12DD9}"/>
          </ac:picMkLst>
        </pc:picChg>
        <pc:picChg chg="add mod modCrop">
          <ac:chgData name="Solomon Preston" userId="S::23324889@nebraska.edu::05a4fe29-fca7-44e1-9b90-b43be02179f0" providerId="AD" clId="Web-{EF4250DF-FE0A-A326-9E89-C67FE46A17CE}" dt="2026-04-30T02:07:35.577" v="590" actId="1076"/>
          <ac:picMkLst>
            <pc:docMk/>
            <pc:sldMk cId="2472039710" sldId="278"/>
            <ac:picMk id="5" creationId="{01260DBA-8D0F-8DD0-F682-B2ED9E07C7FF}"/>
          </ac:picMkLst>
        </pc:picChg>
        <pc:picChg chg="add del mod">
          <ac:chgData name="Solomon Preston" userId="S::23324889@nebraska.edu::05a4fe29-fca7-44e1-9b90-b43be02179f0" providerId="AD" clId="Web-{EF4250DF-FE0A-A326-9E89-C67FE46A17CE}" dt="2026-04-30T02:27:07.187" v="625"/>
          <ac:picMkLst>
            <pc:docMk/>
            <pc:sldMk cId="2472039710" sldId="278"/>
            <ac:picMk id="6" creationId="{79496A9B-A384-B1C1-054F-0F6F5A3DA1D0}"/>
          </ac:picMkLst>
        </pc:picChg>
        <pc:picChg chg="add mod">
          <ac:chgData name="Solomon Preston" userId="S::23324889@nebraska.edu::05a4fe29-fca7-44e1-9b90-b43be02179f0" providerId="AD" clId="Web-{EF4250DF-FE0A-A326-9E89-C67FE46A17CE}" dt="2026-04-30T02:27:38.109" v="629" actId="1076"/>
          <ac:picMkLst>
            <pc:docMk/>
            <pc:sldMk cId="2472039710" sldId="278"/>
            <ac:picMk id="7" creationId="{1CF28344-40FB-BD7F-2FDA-5C59AD57A325}"/>
          </ac:picMkLst>
        </pc:picChg>
      </pc:sldChg>
      <pc:sldChg chg="addSp delSp modSp new mod modClrScheme chgLayout">
        <pc:chgData name="Solomon Preston" userId="S::23324889@nebraska.edu::05a4fe29-fca7-44e1-9b90-b43be02179f0" providerId="AD" clId="Web-{EF4250DF-FE0A-A326-9E89-C67FE46A17CE}" dt="2026-04-30T02:42:51.635" v="680" actId="1076"/>
        <pc:sldMkLst>
          <pc:docMk/>
          <pc:sldMk cId="1888786090" sldId="279"/>
        </pc:sldMkLst>
        <pc:spChg chg="del">
          <ac:chgData name="Solomon Preston" userId="S::23324889@nebraska.edu::05a4fe29-fca7-44e1-9b90-b43be02179f0" providerId="AD" clId="Web-{EF4250DF-FE0A-A326-9E89-C67FE46A17CE}" dt="2026-04-30T02:28:26.474" v="631"/>
          <ac:spMkLst>
            <pc:docMk/>
            <pc:sldMk cId="1888786090" sldId="279"/>
            <ac:spMk id="2" creationId="{2271AE3C-699B-7A9A-3A5B-8FFC4B05F8AD}"/>
          </ac:spMkLst>
        </pc:spChg>
        <pc:spChg chg="add del mod ord">
          <ac:chgData name="Solomon Preston" userId="S::23324889@nebraska.edu::05a4fe29-fca7-44e1-9b90-b43be02179f0" providerId="AD" clId="Web-{EF4250DF-FE0A-A326-9E89-C67FE46A17CE}" dt="2026-04-30T02:29:03.513" v="647"/>
          <ac:spMkLst>
            <pc:docMk/>
            <pc:sldMk cId="1888786090" sldId="279"/>
            <ac:spMk id="3" creationId="{2155E35F-8C4F-225B-EF3A-E99BBFEECAD7}"/>
          </ac:spMkLst>
        </pc:spChg>
        <pc:spChg chg="add mod ord">
          <ac:chgData name="Solomon Preston" userId="S::23324889@nebraska.edu::05a4fe29-fca7-44e1-9b90-b43be02179f0" providerId="AD" clId="Web-{EF4250DF-FE0A-A326-9E89-C67FE46A17CE}" dt="2026-04-30T02:42:46.853" v="679" actId="1076"/>
          <ac:spMkLst>
            <pc:docMk/>
            <pc:sldMk cId="1888786090" sldId="279"/>
            <ac:spMk id="7" creationId="{38A8FF8C-0EC6-8990-B02A-1B1FBC5D4F79}"/>
          </ac:spMkLst>
        </pc:spChg>
        <pc:spChg chg="add del mod">
          <ac:chgData name="Solomon Preston" userId="S::23324889@nebraska.edu::05a4fe29-fca7-44e1-9b90-b43be02179f0" providerId="AD" clId="Web-{EF4250DF-FE0A-A326-9E89-C67FE46A17CE}" dt="2026-04-30T02:42:11.369" v="674"/>
          <ac:spMkLst>
            <pc:docMk/>
            <pc:sldMk cId="1888786090" sldId="279"/>
            <ac:spMk id="12" creationId="{A9D4555A-4CFC-130C-7AFC-90FEF295B0DD}"/>
          </ac:spMkLst>
        </pc:spChg>
        <pc:spChg chg="add del mod">
          <ac:chgData name="Solomon Preston" userId="S::23324889@nebraska.edu::05a4fe29-fca7-44e1-9b90-b43be02179f0" providerId="AD" clId="Web-{EF4250DF-FE0A-A326-9E89-C67FE46A17CE}" dt="2026-04-30T02:30:08.352" v="653"/>
          <ac:spMkLst>
            <pc:docMk/>
            <pc:sldMk cId="1888786090" sldId="279"/>
            <ac:spMk id="14" creationId="{DEAAD69F-64DE-9D93-E614-DC5BD4504CC0}"/>
          </ac:spMkLst>
        </pc:spChg>
        <pc:picChg chg="add mod modCrop">
          <ac:chgData name="Solomon Preston" userId="S::23324889@nebraska.edu::05a4fe29-fca7-44e1-9b90-b43be02179f0" providerId="AD" clId="Web-{EF4250DF-FE0A-A326-9E89-C67FE46A17CE}" dt="2026-04-30T02:32:39.136" v="669" actId="1076"/>
          <ac:picMkLst>
            <pc:docMk/>
            <pc:sldMk cId="1888786090" sldId="279"/>
            <ac:picMk id="4" creationId="{F895BCBC-34AF-8755-70E2-03E4EB995F97}"/>
          </ac:picMkLst>
        </pc:picChg>
        <pc:picChg chg="add del mod">
          <ac:chgData name="Solomon Preston" userId="S::23324889@nebraska.edu::05a4fe29-fca7-44e1-9b90-b43be02179f0" providerId="AD" clId="Web-{EF4250DF-FE0A-A326-9E89-C67FE46A17CE}" dt="2026-04-30T02:31:50.975" v="665"/>
          <ac:picMkLst>
            <pc:docMk/>
            <pc:sldMk cId="1888786090" sldId="279"/>
            <ac:picMk id="5" creationId="{F9C0B6E1-098D-7F1C-9A2F-78968461F0B6}"/>
          </ac:picMkLst>
        </pc:picChg>
        <pc:picChg chg="add del mod modCrop">
          <ac:chgData name="Solomon Preston" userId="S::23324889@nebraska.edu::05a4fe29-fca7-44e1-9b90-b43be02179f0" providerId="AD" clId="Web-{EF4250DF-FE0A-A326-9E89-C67FE46A17CE}" dt="2026-04-30T02:31:50.475" v="664"/>
          <ac:picMkLst>
            <pc:docMk/>
            <pc:sldMk cId="1888786090" sldId="279"/>
            <ac:picMk id="6" creationId="{DE3C2C30-62CD-DE36-23A2-ED324D84FE33}"/>
          </ac:picMkLst>
        </pc:picChg>
        <pc:picChg chg="add del mod">
          <ac:chgData name="Solomon Preston" userId="S::23324889@nebraska.edu::05a4fe29-fca7-44e1-9b90-b43be02179f0" providerId="AD" clId="Web-{EF4250DF-FE0A-A326-9E89-C67FE46A17CE}" dt="2026-04-30T02:31:49.631" v="663"/>
          <ac:picMkLst>
            <pc:docMk/>
            <pc:sldMk cId="1888786090" sldId="279"/>
            <ac:picMk id="8" creationId="{ED750069-6BF0-1CE8-79EE-F8347892F4A4}"/>
          </ac:picMkLst>
        </pc:picChg>
        <pc:picChg chg="add mod">
          <ac:chgData name="Solomon Preston" userId="S::23324889@nebraska.edu::05a4fe29-fca7-44e1-9b90-b43be02179f0" providerId="AD" clId="Web-{EF4250DF-FE0A-A326-9E89-C67FE46A17CE}" dt="2026-04-30T02:42:51.635" v="680" actId="1076"/>
          <ac:picMkLst>
            <pc:docMk/>
            <pc:sldMk cId="1888786090" sldId="279"/>
            <ac:picMk id="9" creationId="{855EC696-9E40-01E2-E0AF-4EBA8261DC9F}"/>
          </ac:picMkLst>
        </pc:picChg>
      </pc:sldChg>
      <pc:sldChg chg="delSp modSp new mod modClrScheme chgLayout">
        <pc:chgData name="Solomon Preston" userId="S::23324889@nebraska.edu::05a4fe29-fca7-44e1-9b90-b43be02179f0" providerId="AD" clId="Web-{EF4250DF-FE0A-A326-9E89-C67FE46A17CE}" dt="2026-04-30T02:46:39.281" v="690" actId="20577"/>
        <pc:sldMkLst>
          <pc:docMk/>
          <pc:sldMk cId="638987917" sldId="280"/>
        </pc:sldMkLst>
        <pc:spChg chg="mod ord">
          <ac:chgData name="Solomon Preston" userId="S::23324889@nebraska.edu::05a4fe29-fca7-44e1-9b90-b43be02179f0" providerId="AD" clId="Web-{EF4250DF-FE0A-A326-9E89-C67FE46A17CE}" dt="2026-04-30T02:46:39.281" v="690" actId="20577"/>
          <ac:spMkLst>
            <pc:docMk/>
            <pc:sldMk cId="638987917" sldId="280"/>
            <ac:spMk id="2" creationId="{ABE2FA2A-E38A-BCB6-9EBB-C4E27011460D}"/>
          </ac:spMkLst>
        </pc:spChg>
        <pc:spChg chg="del">
          <ac:chgData name="Solomon Preston" userId="S::23324889@nebraska.edu::05a4fe29-fca7-44e1-9b90-b43be02179f0" providerId="AD" clId="Web-{EF4250DF-FE0A-A326-9E89-C67FE46A17CE}" dt="2026-04-30T02:46:32.780" v="686"/>
          <ac:spMkLst>
            <pc:docMk/>
            <pc:sldMk cId="638987917" sldId="280"/>
            <ac:spMk id="3" creationId="{F6CB1F70-A3F7-C884-7487-260CD7CC8BB9}"/>
          </ac:spMkLst>
        </pc:spChg>
      </pc:sldChg>
      <pc:sldChg chg="modSp new mod modClrScheme chgLayout">
        <pc:chgData name="Solomon Preston" userId="S::23324889@nebraska.edu::05a4fe29-fca7-44e1-9b90-b43be02179f0" providerId="AD" clId="Web-{EF4250DF-FE0A-A326-9E89-C67FE46A17CE}" dt="2026-04-30T02:47:11.364" v="712" actId="20577"/>
        <pc:sldMkLst>
          <pc:docMk/>
          <pc:sldMk cId="3736337495" sldId="281"/>
        </pc:sldMkLst>
        <pc:spChg chg="mod ord">
          <ac:chgData name="Solomon Preston" userId="S::23324889@nebraska.edu::05a4fe29-fca7-44e1-9b90-b43be02179f0" providerId="AD" clId="Web-{EF4250DF-FE0A-A326-9E89-C67FE46A17CE}" dt="2026-04-30T02:47:11.364" v="712" actId="20577"/>
          <ac:spMkLst>
            <pc:docMk/>
            <pc:sldMk cId="3736337495" sldId="281"/>
            <ac:spMk id="2" creationId="{C19181AE-EA17-A27D-076D-F17C9CF91482}"/>
          </ac:spMkLst>
        </pc:spChg>
      </pc:sldChg>
      <pc:sldChg chg="modSp add ord replId">
        <pc:chgData name="Solomon Preston" userId="S::23324889@nebraska.edu::05a4fe29-fca7-44e1-9b90-b43be02179f0" providerId="AD" clId="Web-{EF4250DF-FE0A-A326-9E89-C67FE46A17CE}" dt="2026-04-30T04:37:25.035" v="724" actId="20577"/>
        <pc:sldMkLst>
          <pc:docMk/>
          <pc:sldMk cId="3227442689" sldId="282"/>
        </pc:sldMkLst>
        <pc:spChg chg="mod">
          <ac:chgData name="Solomon Preston" userId="S::23324889@nebraska.edu::05a4fe29-fca7-44e1-9b90-b43be02179f0" providerId="AD" clId="Web-{EF4250DF-FE0A-A326-9E89-C67FE46A17CE}" dt="2026-04-30T04:37:25.035" v="724" actId="20577"/>
          <ac:spMkLst>
            <pc:docMk/>
            <pc:sldMk cId="3227442689" sldId="282"/>
            <ac:spMk id="2" creationId="{79D86933-F6A2-40B2-4CB3-B564B5CCB5D2}"/>
          </ac:spMkLst>
        </pc:spChg>
      </pc:sldChg>
    </pc:docChg>
  </pc:docChgLst>
  <pc:docChgLst>
    <pc:chgData name="Nate Merz" userId="S::07563813@nebraska.edu::2c2c90bc-78c9-4126-a7e2-916fe7dae01b" providerId="AD" clId="Web-{73F84E9F-DA37-99D7-CC08-44FA98569BA5}"/>
    <pc:docChg chg="modSld">
      <pc:chgData name="Nate Merz" userId="S::07563813@nebraska.edu::2c2c90bc-78c9-4126-a7e2-916fe7dae01b" providerId="AD" clId="Web-{73F84E9F-DA37-99D7-CC08-44FA98569BA5}" dt="2026-04-30T16:25:00.313" v="56" actId="20577"/>
      <pc:docMkLst>
        <pc:docMk/>
      </pc:docMkLst>
      <pc:sldChg chg="modSp">
        <pc:chgData name="Nate Merz" userId="S::07563813@nebraska.edu::2c2c90bc-78c9-4126-a7e2-916fe7dae01b" providerId="AD" clId="Web-{73F84E9F-DA37-99D7-CC08-44FA98569BA5}" dt="2026-04-30T16:25:00.313" v="56" actId="20577"/>
        <pc:sldMkLst>
          <pc:docMk/>
          <pc:sldMk cId="304110057" sldId="291"/>
        </pc:sldMkLst>
        <pc:spChg chg="mod">
          <ac:chgData name="Nate Merz" userId="S::07563813@nebraska.edu::2c2c90bc-78c9-4126-a7e2-916fe7dae01b" providerId="AD" clId="Web-{73F84E9F-DA37-99D7-CC08-44FA98569BA5}" dt="2026-04-30T16:25:00.313" v="56" actId="20577"/>
          <ac:spMkLst>
            <pc:docMk/>
            <pc:sldMk cId="304110057" sldId="291"/>
            <ac:spMk id="3" creationId="{1EBE80E2-7209-C88B-1D88-50D08DD60274}"/>
          </ac:spMkLst>
        </pc:spChg>
      </pc:sldChg>
    </pc:docChg>
  </pc:docChgLst>
  <pc:docChgLst>
    <pc:chgData name="Nate Merz" userId="S::07563813@nebraska.edu::2c2c90bc-78c9-4126-a7e2-916fe7dae01b" providerId="AD" clId="Web-{02B97069-4804-3D6E-AE52-F74B87BE7DE8}"/>
    <pc:docChg chg="addSld delSld modSld">
      <pc:chgData name="Nate Merz" userId="S::07563813@nebraska.edu::2c2c90bc-78c9-4126-a7e2-916fe7dae01b" providerId="AD" clId="Web-{02B97069-4804-3D6E-AE52-F74B87BE7DE8}" dt="2026-04-30T16:14:29.073" v="877" actId="20577"/>
      <pc:docMkLst>
        <pc:docMk/>
      </pc:docMkLst>
      <pc:sldChg chg="modSp">
        <pc:chgData name="Nate Merz" userId="S::07563813@nebraska.edu::2c2c90bc-78c9-4126-a7e2-916fe7dae01b" providerId="AD" clId="Web-{02B97069-4804-3D6E-AE52-F74B87BE7DE8}" dt="2026-04-30T14:57:52.473" v="15" actId="20577"/>
        <pc:sldMkLst>
          <pc:docMk/>
          <pc:sldMk cId="0" sldId="257"/>
        </pc:sldMkLst>
        <pc:spChg chg="mod">
          <ac:chgData name="Nate Merz" userId="S::07563813@nebraska.edu::2c2c90bc-78c9-4126-a7e2-916fe7dae01b" providerId="AD" clId="Web-{02B97069-4804-3D6E-AE52-F74B87BE7DE8}" dt="2026-04-30T14:57:52.473" v="15" actId="20577"/>
          <ac:spMkLst>
            <pc:docMk/>
            <pc:sldMk cId="0" sldId="257"/>
            <ac:spMk id="92" creationId="{00000000-0000-0000-0000-000000000000}"/>
          </ac:spMkLst>
        </pc:spChg>
      </pc:sldChg>
      <pc:sldChg chg="modSp new del">
        <pc:chgData name="Nate Merz" userId="S::07563813@nebraska.edu::2c2c90bc-78c9-4126-a7e2-916fe7dae01b" providerId="AD" clId="Web-{02B97069-4804-3D6E-AE52-F74B87BE7DE8}" dt="2026-04-30T15:06:14.525" v="155"/>
        <pc:sldMkLst>
          <pc:docMk/>
          <pc:sldMk cId="2662425183" sldId="288"/>
        </pc:sldMkLst>
        <pc:spChg chg="mod">
          <ac:chgData name="Nate Merz" userId="S::07563813@nebraska.edu::2c2c90bc-78c9-4126-a7e2-916fe7dae01b" providerId="AD" clId="Web-{02B97069-4804-3D6E-AE52-F74B87BE7DE8}" dt="2026-04-30T14:59:24.567" v="24" actId="20577"/>
          <ac:spMkLst>
            <pc:docMk/>
            <pc:sldMk cId="2662425183" sldId="288"/>
            <ac:spMk id="2" creationId="{8B872C3E-DCC6-1B98-61F0-E636538E9FAB}"/>
          </ac:spMkLst>
        </pc:spChg>
        <pc:spChg chg="mod">
          <ac:chgData name="Nate Merz" userId="S::07563813@nebraska.edu::2c2c90bc-78c9-4126-a7e2-916fe7dae01b" providerId="AD" clId="Web-{02B97069-4804-3D6E-AE52-F74B87BE7DE8}" dt="2026-04-30T15:06:09.337" v="154" actId="20577"/>
          <ac:spMkLst>
            <pc:docMk/>
            <pc:sldMk cId="2662425183" sldId="288"/>
            <ac:spMk id="3" creationId="{B77AFFA3-CDAF-5457-6B8F-987CD3C78D69}"/>
          </ac:spMkLst>
        </pc:spChg>
      </pc:sldChg>
      <pc:sldChg chg="new del">
        <pc:chgData name="Nate Merz" userId="S::07563813@nebraska.edu::2c2c90bc-78c9-4126-a7e2-916fe7dae01b" providerId="AD" clId="Web-{02B97069-4804-3D6E-AE52-F74B87BE7DE8}" dt="2026-04-30T14:59:02.755" v="19"/>
        <pc:sldMkLst>
          <pc:docMk/>
          <pc:sldMk cId="2716414597" sldId="288"/>
        </pc:sldMkLst>
      </pc:sldChg>
      <pc:sldChg chg="addSp modSp new mod modClrScheme chgLayout">
        <pc:chgData name="Nate Merz" userId="S::07563813@nebraska.edu::2c2c90bc-78c9-4126-a7e2-916fe7dae01b" providerId="AD" clId="Web-{02B97069-4804-3D6E-AE52-F74B87BE7DE8}" dt="2026-04-30T15:15:52.981" v="214" actId="20577"/>
        <pc:sldMkLst>
          <pc:docMk/>
          <pc:sldMk cId="3579431833" sldId="288"/>
        </pc:sldMkLst>
        <pc:spChg chg="mod">
          <ac:chgData name="Nate Merz" userId="S::07563813@nebraska.edu::2c2c90bc-78c9-4126-a7e2-916fe7dae01b" providerId="AD" clId="Web-{02B97069-4804-3D6E-AE52-F74B87BE7DE8}" dt="2026-04-30T15:09:40.245" v="195"/>
          <ac:spMkLst>
            <pc:docMk/>
            <pc:sldMk cId="3579431833" sldId="288"/>
            <ac:spMk id="2" creationId="{140A1D36-9135-EA46-9194-3262A5227238}"/>
          </ac:spMkLst>
        </pc:spChg>
        <pc:spChg chg="mod">
          <ac:chgData name="Nate Merz" userId="S::07563813@nebraska.edu::2c2c90bc-78c9-4126-a7e2-916fe7dae01b" providerId="AD" clId="Web-{02B97069-4804-3D6E-AE52-F74B87BE7DE8}" dt="2026-04-30T15:15:52.981" v="214" actId="20577"/>
          <ac:spMkLst>
            <pc:docMk/>
            <pc:sldMk cId="3579431833" sldId="288"/>
            <ac:spMk id="3" creationId="{A51DB0CD-9317-BFB7-BE7D-606D8C1A7686}"/>
          </ac:spMkLst>
        </pc:spChg>
        <pc:picChg chg="add mod">
          <ac:chgData name="Nate Merz" userId="S::07563813@nebraska.edu::2c2c90bc-78c9-4126-a7e2-916fe7dae01b" providerId="AD" clId="Web-{02B97069-4804-3D6E-AE52-F74B87BE7DE8}" dt="2026-04-30T15:09:40.245" v="195"/>
          <ac:picMkLst>
            <pc:docMk/>
            <pc:sldMk cId="3579431833" sldId="288"/>
            <ac:picMk id="4" creationId="{670A4699-2AA1-3B09-EC1B-07F531717B10}"/>
          </ac:picMkLst>
        </pc:picChg>
      </pc:sldChg>
      <pc:sldChg chg="new del">
        <pc:chgData name="Nate Merz" userId="S::07563813@nebraska.edu::2c2c90bc-78c9-4126-a7e2-916fe7dae01b" providerId="AD" clId="Web-{02B97069-4804-3D6E-AE52-F74B87BE7DE8}" dt="2026-04-30T14:58:39.942" v="17"/>
        <pc:sldMkLst>
          <pc:docMk/>
          <pc:sldMk cId="3658040203" sldId="288"/>
        </pc:sldMkLst>
      </pc:sldChg>
      <pc:sldChg chg="addSp modSp new">
        <pc:chgData name="Nate Merz" userId="S::07563813@nebraska.edu::2c2c90bc-78c9-4126-a7e2-916fe7dae01b" providerId="AD" clId="Web-{02B97069-4804-3D6E-AE52-F74B87BE7DE8}" dt="2026-04-30T15:51:02.701" v="489" actId="1076"/>
        <pc:sldMkLst>
          <pc:docMk/>
          <pc:sldMk cId="261301669" sldId="289"/>
        </pc:sldMkLst>
        <pc:spChg chg="mod">
          <ac:chgData name="Nate Merz" userId="S::07563813@nebraska.edu::2c2c90bc-78c9-4126-a7e2-916fe7dae01b" providerId="AD" clId="Web-{02B97069-4804-3D6E-AE52-F74B87BE7DE8}" dt="2026-04-30T15:31:44.177" v="221" actId="20577"/>
          <ac:spMkLst>
            <pc:docMk/>
            <pc:sldMk cId="261301669" sldId="289"/>
            <ac:spMk id="2" creationId="{5E5B2077-7B63-9B24-4EA3-02A77143D3A4}"/>
          </ac:spMkLst>
        </pc:spChg>
        <pc:spChg chg="mod">
          <ac:chgData name="Nate Merz" userId="S::07563813@nebraska.edu::2c2c90bc-78c9-4126-a7e2-916fe7dae01b" providerId="AD" clId="Web-{02B97069-4804-3D6E-AE52-F74B87BE7DE8}" dt="2026-04-30T15:35:05.177" v="310" actId="20577"/>
          <ac:spMkLst>
            <pc:docMk/>
            <pc:sldMk cId="261301669" sldId="289"/>
            <ac:spMk id="3" creationId="{C782F678-875A-7933-85CF-90466B9C5F3E}"/>
          </ac:spMkLst>
        </pc:spChg>
        <pc:picChg chg="add mod">
          <ac:chgData name="Nate Merz" userId="S::07563813@nebraska.edu::2c2c90bc-78c9-4126-a7e2-916fe7dae01b" providerId="AD" clId="Web-{02B97069-4804-3D6E-AE52-F74B87BE7DE8}" dt="2026-04-30T15:50:46.357" v="485" actId="1076"/>
          <ac:picMkLst>
            <pc:docMk/>
            <pc:sldMk cId="261301669" sldId="289"/>
            <ac:picMk id="4" creationId="{1C34853A-AF11-D205-A9D7-B00538D8C6E5}"/>
          </ac:picMkLst>
        </pc:picChg>
        <pc:picChg chg="add mod">
          <ac:chgData name="Nate Merz" userId="S::07563813@nebraska.edu::2c2c90bc-78c9-4126-a7e2-916fe7dae01b" providerId="AD" clId="Web-{02B97069-4804-3D6E-AE52-F74B87BE7DE8}" dt="2026-04-30T15:51:02.701" v="489" actId="1076"/>
          <ac:picMkLst>
            <pc:docMk/>
            <pc:sldMk cId="261301669" sldId="289"/>
            <ac:picMk id="5" creationId="{FFFB8D86-0EA0-5725-9189-0CE3630C0AF4}"/>
          </ac:picMkLst>
        </pc:picChg>
      </pc:sldChg>
      <pc:sldChg chg="modSp new">
        <pc:chgData name="Nate Merz" userId="S::07563813@nebraska.edu::2c2c90bc-78c9-4126-a7e2-916fe7dae01b" providerId="AD" clId="Web-{02B97069-4804-3D6E-AE52-F74B87BE7DE8}" dt="2026-04-30T16:11:00.272" v="845" actId="20577"/>
        <pc:sldMkLst>
          <pc:docMk/>
          <pc:sldMk cId="2580978882" sldId="290"/>
        </pc:sldMkLst>
        <pc:spChg chg="mod">
          <ac:chgData name="Nate Merz" userId="S::07563813@nebraska.edu::2c2c90bc-78c9-4126-a7e2-916fe7dae01b" providerId="AD" clId="Web-{02B97069-4804-3D6E-AE52-F74B87BE7DE8}" dt="2026-04-30T15:35:29.959" v="314" actId="20577"/>
          <ac:spMkLst>
            <pc:docMk/>
            <pc:sldMk cId="2580978882" sldId="290"/>
            <ac:spMk id="2" creationId="{382EE64F-0A31-DF08-DF62-E87B2AB4A7D2}"/>
          </ac:spMkLst>
        </pc:spChg>
        <pc:spChg chg="mod">
          <ac:chgData name="Nate Merz" userId="S::07563813@nebraska.edu::2c2c90bc-78c9-4126-a7e2-916fe7dae01b" providerId="AD" clId="Web-{02B97069-4804-3D6E-AE52-F74B87BE7DE8}" dt="2026-04-30T16:11:00.272" v="845" actId="20577"/>
          <ac:spMkLst>
            <pc:docMk/>
            <pc:sldMk cId="2580978882" sldId="290"/>
            <ac:spMk id="3" creationId="{DE1C6344-BCAC-86CC-4A52-3D8089575D18}"/>
          </ac:spMkLst>
        </pc:spChg>
      </pc:sldChg>
      <pc:sldChg chg="modSp new">
        <pc:chgData name="Nate Merz" userId="S::07563813@nebraska.edu::2c2c90bc-78c9-4126-a7e2-916fe7dae01b" providerId="AD" clId="Web-{02B97069-4804-3D6E-AE52-F74B87BE7DE8}" dt="2026-04-30T16:14:29.073" v="877" actId="20577"/>
        <pc:sldMkLst>
          <pc:docMk/>
          <pc:sldMk cId="304110057" sldId="291"/>
        </pc:sldMkLst>
        <pc:spChg chg="mod">
          <ac:chgData name="Nate Merz" userId="S::07563813@nebraska.edu::2c2c90bc-78c9-4126-a7e2-916fe7dae01b" providerId="AD" clId="Web-{02B97069-4804-3D6E-AE52-F74B87BE7DE8}" dt="2026-04-30T16:07:05.131" v="647" actId="20577"/>
          <ac:spMkLst>
            <pc:docMk/>
            <pc:sldMk cId="304110057" sldId="291"/>
            <ac:spMk id="2" creationId="{F133DC83-2696-706E-239F-4B17E83A5FC4}"/>
          </ac:spMkLst>
        </pc:spChg>
        <pc:spChg chg="mod">
          <ac:chgData name="Nate Merz" userId="S::07563813@nebraska.edu::2c2c90bc-78c9-4126-a7e2-916fe7dae01b" providerId="AD" clId="Web-{02B97069-4804-3D6E-AE52-F74B87BE7DE8}" dt="2026-04-30T16:14:29.073" v="877" actId="20577"/>
          <ac:spMkLst>
            <pc:docMk/>
            <pc:sldMk cId="304110057" sldId="291"/>
            <ac:spMk id="3" creationId="{1EBE80E2-7209-C88B-1D88-50D08DD60274}"/>
          </ac:spMkLst>
        </pc:spChg>
      </pc:sldChg>
      <pc:sldChg chg="new del">
        <pc:chgData name="Nate Merz" userId="S::07563813@nebraska.edu::2c2c90bc-78c9-4126-a7e2-916fe7dae01b" providerId="AD" clId="Web-{02B97069-4804-3D6E-AE52-F74B87BE7DE8}" dt="2026-04-30T16:06:46.224" v="643"/>
        <pc:sldMkLst>
          <pc:docMk/>
          <pc:sldMk cId="3538497115" sldId="291"/>
        </pc:sldMkLst>
      </pc:sldChg>
    </pc:docChg>
  </pc:docChgLst>
  <pc:docChgLst>
    <pc:chgData name="Seiya Genda" userId="S::40264457@nebraska.edu::0af37392-3287-453d-93b2-7593440d4adf" providerId="AD" clId="Web-{2D6E4F37-D7C7-9984-6921-6B5558ABA04C}"/>
    <pc:docChg chg="delSld">
      <pc:chgData name="Seiya Genda" userId="S::40264457@nebraska.edu::0af37392-3287-453d-93b2-7593440d4adf" providerId="AD" clId="Web-{2D6E4F37-D7C7-9984-6921-6B5558ABA04C}" dt="2026-04-30T08:57:50.366" v="1"/>
      <pc:docMkLst>
        <pc:docMk/>
      </pc:docMkLst>
      <pc:sldChg chg="del">
        <pc:chgData name="Seiya Genda" userId="S::40264457@nebraska.edu::0af37392-3287-453d-93b2-7593440d4adf" providerId="AD" clId="Web-{2D6E4F37-D7C7-9984-6921-6B5558ABA04C}" dt="2026-04-30T08:57:50.366" v="1"/>
        <pc:sldMkLst>
          <pc:docMk/>
          <pc:sldMk cId="0" sldId="262"/>
        </pc:sldMkLst>
      </pc:sldChg>
      <pc:sldChg chg="del">
        <pc:chgData name="Seiya Genda" userId="S::40264457@nebraska.edu::0af37392-3287-453d-93b2-7593440d4adf" providerId="AD" clId="Web-{2D6E4F37-D7C7-9984-6921-6B5558ABA04C}" dt="2026-04-30T08:56:54.225" v="0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c308899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c308899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9c308899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9c3088991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267233" y="814650"/>
            <a:ext cx="8605605" cy="17542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CYBR-486: Machine Learning - Project </a:t>
            </a:r>
            <a:r>
              <a:rPr lang="en" sz="3600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lang="en-US" sz="3600">
              <a:latin typeface="Times New Roman"/>
              <a:ea typeface="Times New Roman"/>
              <a:cs typeface="Times New Roman"/>
            </a:endParaRPr>
          </a:p>
          <a:p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CNN, Nearest Neighbors, and Random Forest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69550" y="257303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Seiya Genda, Nate Merz, and Solomon Preston</a:t>
            </a:r>
            <a:endParaRPr lang="en-US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endParaRPr lang="en-US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Model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MNIST Issues</a:t>
            </a:r>
            <a:endParaRPr lang="en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endParaRPr lang="e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Nearest Neighbors</a:t>
            </a:r>
            <a:endParaRPr lang="en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Code Execution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Findings</a:t>
            </a:r>
            <a:endParaRPr lang="e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</a:rPr>
              <a:t>Random Forest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Model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Challenges </a:t>
            </a:r>
            <a:endParaRPr lang="en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FA2A-E38A-BCB6-9EBB-C4E27011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63898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9720-6109-0A50-02A1-DA72ABA3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Model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82987-B649-8534-92CB-8A07DFA2D31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Multiple models were trained at a time.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For loops came in handy.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Same padding allows for easy adjustment of filter/kernel size.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C2F3D21-7A02-5F6F-C8D4-2C90C085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74" y="1021773"/>
            <a:ext cx="4193598" cy="339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A8FF8C-0EC6-8990-B02A-1B1FBC5D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985665"/>
            <a:ext cx="4045200" cy="782447"/>
          </a:xfrm>
        </p:spPr>
        <p:txBody>
          <a:bodyPr wrap="square" anchor="b">
            <a:normAutofit/>
          </a:bodyPr>
          <a:lstStyle/>
          <a:p>
            <a:r>
              <a:rPr lang="en-US" sz="3900"/>
              <a:t>Hyperparameters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895BCBC-34AF-8755-70E2-03E4EB995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78" b="-474"/>
          <a:stretch>
            <a:fillRect/>
          </a:stretch>
        </p:blipFill>
        <p:spPr>
          <a:xfrm>
            <a:off x="4688306" y="1768893"/>
            <a:ext cx="4452119" cy="1598214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55EC696-9E40-01E2-E0AF-4EBA8261D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83" y="2573253"/>
            <a:ext cx="2421355" cy="14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8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03CF-3341-0BBC-C051-A2B08052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MNIST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2AE0E-A9FE-1FC6-2CE9-4E433038AB6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625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MNIST Format: 128x128 binary image.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Normalize image to 20x20, keep aspect ratio.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Pad image to 28x28.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Resultant class is called at the top of the torchvision transpose.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A2A3E6-8E18-B86C-E435-8D39B293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97" y="1212273"/>
            <a:ext cx="3946482" cy="3524250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27B1C7D-D38A-DD8B-33CD-D7713E36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813" y="3991408"/>
            <a:ext cx="36480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1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D6A3-D48B-A551-EECE-2216F6A6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Final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1C974-70DC-CBB9-6423-104137F6CE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Batch normalization stabilizes CNN  through recentering and rescaling images</a:t>
            </a: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>
                <a:solidFill>
                  <a:schemeClr val="dk1"/>
                </a:solidFill>
              </a:rPr>
              <a:t>Two convolution layers before pooling.</a:t>
            </a: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1260DBA-8D0F-8DD0-F682-B2ED9E07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" t="428" b="-759"/>
          <a:stretch>
            <a:fillRect/>
          </a:stretch>
        </p:blipFill>
        <p:spPr>
          <a:xfrm>
            <a:off x="4573061" y="283991"/>
            <a:ext cx="4068743" cy="4579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F28344-40FB-BD7F-2FDA-5C59AD57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14" y="3973224"/>
            <a:ext cx="3657600" cy="504825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FDFCE7B-4658-98DD-8C8E-382BA4A12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4" y="3293303"/>
            <a:ext cx="37719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3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81AE-EA17-A27D-076D-F17C9CF9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373633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2891-4B34-2CA5-87DD-C3EA403A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2A3990"/>
                </a:solidFill>
                <a:latin typeface="Times New Roman"/>
                <a:cs typeface="Times New Roman"/>
              </a:rPr>
              <a:t>Nearest Neighbors Class Overview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05856-3A2F-9DBA-8868-A026B632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75595"/>
            <a:ext cx="4786800" cy="329328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K-Nearest Neighbors (KNN) is a simple, instance-based algorithm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No training phase → stores all training data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Predicts label based on similarity (distance)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Key idea: similar inputs → similar outputs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Common distance metric: Euclidean distance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15692-0702-22E2-D98A-CFF42259F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0" y="1021080"/>
            <a:ext cx="3825240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0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779F-7F65-FA26-9F85-309A57FA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4261020" cy="6078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Training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90A92-FCA7-5942-0102-66F1AD45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040" y="1019780"/>
            <a:ext cx="4262652" cy="3290015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Store all MNIST images as reference data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Each image converted into a vector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Label attached to each training sample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No model fitting → direct comparison approach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Used to find nearest neighbors for prediction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2951739-5CBA-80B6-1FDE-49DA0F15C0FE}"/>
              </a:ext>
            </a:extLst>
          </p:cNvPr>
          <p:cNvSpPr txBox="1">
            <a:spLocks/>
          </p:cNvSpPr>
          <p:nvPr/>
        </p:nvSpPr>
        <p:spPr>
          <a:xfrm>
            <a:off x="310067" y="1015971"/>
            <a:ext cx="4245780" cy="328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Dataset of handwritten digits (0–9)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Each image: 28 × 28 pixels 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Large dataset used for training models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Standard benchmark for image classification</a:t>
            </a:r>
            <a:endParaRPr lang="en-US" dirty="0"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Font typeface="Roboto"/>
              <a:buNone/>
            </a:pPr>
            <a:r>
              <a:rPr lang="en-US" dirty="0">
                <a:latin typeface="Times New Roman"/>
                <a:cs typeface="Times New Roman"/>
              </a:rPr>
              <a:t>- Provides labeled examples for comparison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32A347-ED0D-3BF2-2AA0-AD01B883FBA4}"/>
              </a:ext>
            </a:extLst>
          </p:cNvPr>
          <p:cNvSpPr txBox="1">
            <a:spLocks/>
          </p:cNvSpPr>
          <p:nvPr/>
        </p:nvSpPr>
        <p:spPr>
          <a:xfrm>
            <a:off x="4571280" y="410000"/>
            <a:ext cx="263796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MNIST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0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750D-07F6-2195-1649-B56A061B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1129-2088-153B-3BF7-2EA34D1A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44" y="280460"/>
            <a:ext cx="8719264" cy="61542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Hyperparameter 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1FA00-60CC-F291-4338-453D4D25E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244" y="789003"/>
            <a:ext cx="4255032" cy="4074875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- Hyperparameter tuning = choosing the best parameter for a model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 dirty="0">
                <a:latin typeface="Times New Roman"/>
                <a:cs typeface="Times New Roman"/>
              </a:rPr>
              <a:t>- In KNN, K determines how many neighbors are used</a:t>
            </a:r>
            <a:br>
              <a:rPr lang="en-US" sz="1400" dirty="0">
                <a:latin typeface="Times New Roman"/>
                <a:cs typeface="Times New Roman"/>
              </a:rPr>
            </a:b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Process: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Try multiple K values (e.g., 1–15)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Evaluate each using validation data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Select the K with highest accuracy</a:t>
            </a:r>
          </a:p>
          <a:p>
            <a:pPr>
              <a:lnSpc>
                <a:spcPct val="114999"/>
              </a:lnSpc>
              <a:buNone/>
            </a:pP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Key Insight: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Small K → sensitive to noise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Large K → more stable but less precise</a:t>
            </a:r>
          </a:p>
          <a:p>
            <a:pPr>
              <a:lnSpc>
                <a:spcPct val="114999"/>
              </a:lnSpc>
              <a:buNone/>
            </a:pP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Result: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 → Optimal K improves prediction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8D4E5-45D0-193F-9F80-217D0E08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845" y="2418399"/>
            <a:ext cx="4453618" cy="138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2963F-6C2E-6561-8761-46C82C7D8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822" y="1026116"/>
            <a:ext cx="4463143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16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cs typeface="Times New Roman"/>
              </a:rPr>
              <a:t>Result</a:t>
            </a:r>
          </a:p>
        </p:txBody>
      </p:sp>
      <p:sp>
        <p:nvSpPr>
          <p:cNvPr id="218" name="Google Shape;218;p32"/>
          <p:cNvSpPr txBox="1"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Input image compared with training data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K closest samples selected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Times New Roman"/>
                <a:cs typeface="Times New Roman"/>
              </a:rPr>
              <a:t>- Majority vote determines predicted label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Accuracy depends on preprocessing and K value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Target performance: high accuracy (e.g., 95%+)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82AC1-DECC-9D7B-10DB-527F5F84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69" r="5" b="5"/>
          <a:stretch>
            <a:fillRect/>
          </a:stretch>
        </p:blipFill>
        <p:spPr>
          <a:xfrm>
            <a:off x="4762500" y="146943"/>
            <a:ext cx="2877815" cy="2309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112E8-05CA-B30D-60C0-FCC47FFD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452688"/>
            <a:ext cx="3680460" cy="2539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2B3E-A5B8-FAB7-DBB9-76EC50CC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6933-F6A2-40B2-4CB3-B564B5CC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322744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1D36-9135-EA46-9194-3262A522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DB0CD-9317-BFB7-BE7D-606D8C1A768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Trained and tested on hand drawn images and MNIST images. 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Hand drawn images are preprocessed to match the same format as MNIST images.</a:t>
            </a: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●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0A4699-2AA1-3B09-EC1B-07F53171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278718"/>
            <a:ext cx="4069800" cy="312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9431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2077-7B63-9B24-4EA3-02A77143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Model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F678-875A-7933-85CF-90466B9C5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2224"/>
            <a:ext cx="3808421" cy="3306651"/>
          </a:xfrm>
        </p:spPr>
        <p:txBody>
          <a:bodyPr/>
          <a:lstStyle/>
          <a:p>
            <a:r>
              <a:rPr lang="en-US" dirty="0"/>
              <a:t>Much more accurate on MNIST images with a 96-97% accuracy.</a:t>
            </a:r>
          </a:p>
          <a:p>
            <a:pPr>
              <a:lnSpc>
                <a:spcPct val="114999"/>
              </a:lnSpc>
            </a:pPr>
            <a:r>
              <a:rPr lang="en-US"/>
              <a:t>Hand drawn images ranged from 70-76% accuracy. 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Tested best on hand drawn images when little were used for training and most were used for testing (140 total) </a:t>
            </a:r>
            <a:endParaRPr lang="en-US" dirty="0"/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34853A-AF11-D205-A9D7-B00538D8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86" y="2915459"/>
            <a:ext cx="4695825" cy="714375"/>
          </a:xfrm>
          <a:prstGeom prst="rect">
            <a:avLst/>
          </a:prstGeom>
        </p:spPr>
      </p:pic>
      <p:pic>
        <p:nvPicPr>
          <p:cNvPr id="5" name="Picture 4" descr="A black background with orange text&#10;&#10;AI-generated content may be incorrect.">
            <a:extLst>
              <a:ext uri="{FF2B5EF4-FFF2-40B4-BE49-F238E27FC236}">
                <a16:creationId xmlns:a16="http://schemas.microsoft.com/office/drawing/2014/main" id="{FFFB8D86-0EA0-5725-9189-0CE3630C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3" y="4034364"/>
            <a:ext cx="8831293" cy="38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1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E64F-0A31-DF08-DF62-E87B2AB4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Model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C6344-BCAC-86CC-4A52-3D8089575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Changed values for number of estimators, max depth, and min </a:t>
            </a:r>
            <a:r>
              <a:rPr lang="en-US" dirty="0" err="1"/>
              <a:t>leafs</a:t>
            </a:r>
            <a:r>
              <a:rPr lang="en-US" dirty="0"/>
              <a:t> to see if the results would differ. </a:t>
            </a:r>
          </a:p>
          <a:p>
            <a:pPr lvl="1">
              <a:lnSpc>
                <a:spcPct val="114999"/>
              </a:lnSpc>
            </a:pPr>
            <a:r>
              <a:rPr lang="en-US"/>
              <a:t>Still ended up doing about the same. 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The main change that decreased accuracy was decreasing the test size of the hand drawn </a:t>
            </a:r>
            <a:r>
              <a:rPr lang="en-US"/>
              <a:t>images, when using 126 hand drawn images to test we got 76% and MNIST was a 97%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When using less hand drawn images for testing and more for training the </a:t>
            </a:r>
            <a:r>
              <a:rPr lang="en-US"/>
              <a:t>accuracy of the hand drawn images decreased to 70%, while the MNIST accuracy stayed at 97%.</a:t>
            </a:r>
          </a:p>
        </p:txBody>
      </p:sp>
    </p:spTree>
    <p:extLst>
      <p:ext uri="{BB962C8B-B14F-4D97-AF65-F5344CB8AC3E}">
        <p14:creationId xmlns:p14="http://schemas.microsoft.com/office/powerpoint/2010/main" val="2580978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DC83-2696-706E-239F-4B17E83A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E80E2-7209-C88B-1D88-50D08DD60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the main problem I had was fine tuning the model, I experimented with multiple different combinations of max depth, estimators, amount of testing data for both MNIST and hand drawn images but the hand drawn images accuracy capped at 76%</a:t>
            </a:r>
          </a:p>
          <a:p>
            <a:pPr>
              <a:lnSpc>
                <a:spcPct val="114999"/>
              </a:lnSpc>
            </a:pPr>
            <a:r>
              <a:rPr lang="en-US" dirty="0"/>
              <a:t>There was documentation online about augmenting the training sets but I was not quite sure </a:t>
            </a:r>
            <a:r>
              <a:rPr lang="en-US"/>
              <a:t>how to implement that. </a:t>
            </a:r>
          </a:p>
          <a:p>
            <a:pPr>
              <a:lnSpc>
                <a:spcPct val="114999"/>
              </a:lnSpc>
            </a:pPr>
            <a:r>
              <a:rPr lang="en-US" dirty="0"/>
              <a:t>If I could do it again I would most likely choose a different model to work with. </a:t>
            </a:r>
          </a:p>
        </p:txBody>
      </p:sp>
    </p:spTree>
    <p:extLst>
      <p:ext uri="{BB962C8B-B14F-4D97-AF65-F5344CB8AC3E}">
        <p14:creationId xmlns:p14="http://schemas.microsoft.com/office/powerpoint/2010/main" val="304110057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Geometric</vt:lpstr>
      <vt:lpstr>CYBR-486: Machine Learning - Project 4 CNN, Nearest Neighbors, and Random Forest</vt:lpstr>
      <vt:lpstr>Agenda</vt:lpstr>
      <vt:lpstr>CNN</vt:lpstr>
      <vt:lpstr>Model Testing</vt:lpstr>
      <vt:lpstr>Hyperparameters</vt:lpstr>
      <vt:lpstr>MNIST Processing</vt:lpstr>
      <vt:lpstr>Final Model</vt:lpstr>
      <vt:lpstr>Nearest Neighbors</vt:lpstr>
      <vt:lpstr>Nearest Neighbors Class Overview</vt:lpstr>
      <vt:lpstr>Training Data</vt:lpstr>
      <vt:lpstr>Hyperparameter tuning</vt:lpstr>
      <vt:lpstr>Result</vt:lpstr>
      <vt:lpstr>Random Forest</vt:lpstr>
      <vt:lpstr>Model</vt:lpstr>
      <vt:lpstr>Model Accuracy</vt:lpstr>
      <vt:lpstr>Model Accuracy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620</cp:revision>
  <dcterms:modified xsi:type="dcterms:W3CDTF">2026-05-01T02:13:32Z</dcterms:modified>
</cp:coreProperties>
</file>